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BA"/>
                </a:solidFill>
                <a:latin typeface="Microsoft YaHei"/>
              </a:defRPr>
            </a:pPr>
            <a:r>
              <a:t>目录：构建专业PPT的蓝图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本次分享的核心框架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2377440"/>
            <a:ext cx="12700" cy="329184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" y="230428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19072" y="2377440"/>
            <a:ext cx="109728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83664" y="2112264"/>
            <a:ext cx="530352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057400"/>
            <a:ext cx="5303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1. 内容法则：一页一事，</a:t>
            </a:r>
            <a:r>
              <a:rPr sz="1800" b="1">
                <a:solidFill>
                  <a:srgbClr val="DE9B35"/>
                </a:solidFill>
                <a:latin typeface="Microsoft YaHei"/>
              </a:rPr>
              <a:t>结论先行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457200" cy="640080"/>
          </a:xfrm>
          <a:prstGeom prst="roundRect">
            <a:avLst/>
          </a:prstGeom>
          <a:noFill/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94560"/>
            <a:ext cx="274320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31720"/>
            <a:ext cx="274320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468879"/>
            <a:ext cx="274320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2331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568" y="2468880"/>
            <a:ext cx="54864" cy="54864"/>
          </a:xfrm>
          <a:prstGeom prst="rect">
            <a:avLst/>
          </a:prstGeom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0432" y="2395728"/>
            <a:ext cx="91440" cy="128016"/>
          </a:xfrm>
          <a:prstGeom prst="rect">
            <a:avLst/>
          </a:prstGeom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72768" y="34015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9072" y="3474720"/>
            <a:ext cx="475488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63824" y="3209543"/>
            <a:ext cx="585216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08960" y="3154679"/>
            <a:ext cx="5852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2. 减法艺术：拒绝文字堆砌，追求</a:t>
            </a:r>
            <a:r>
              <a:rPr sz="1800" b="1">
                <a:solidFill>
                  <a:srgbClr val="DE9B35"/>
                </a:solidFill>
                <a:latin typeface="Microsoft YaHei"/>
              </a:rPr>
              <a:t>秒懂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3291839"/>
            <a:ext cx="320040" cy="411480"/>
          </a:xfrm>
          <a:prstGeom prst="rect">
            <a:avLst/>
          </a:prstGeom>
          <a:noFill/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48840" y="3200400"/>
            <a:ext cx="502920" cy="73152"/>
          </a:xfrm>
          <a:prstGeom prst="roundRect">
            <a:avLst/>
          </a:prstGeom>
          <a:noFill/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3127248"/>
            <a:ext cx="137160" cy="73152"/>
          </a:xfrm>
          <a:prstGeom prst="rect">
            <a:avLst/>
          </a:prstGeom>
          <a:noFill/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31720" y="3337560"/>
            <a:ext cx="12700" cy="32004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04872" y="3337560"/>
            <a:ext cx="12700" cy="32004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78024" y="3337560"/>
            <a:ext cx="12700" cy="32004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97480" y="3383279"/>
            <a:ext cx="274320" cy="12700"/>
          </a:xfrm>
          <a:prstGeom prst="rect">
            <a:avLst/>
          </a:prstGeom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97480" y="3520439"/>
            <a:ext cx="274320" cy="12700"/>
          </a:xfrm>
          <a:prstGeom prst="rect">
            <a:avLst/>
          </a:prstGeom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7480" y="3657599"/>
            <a:ext cx="274320" cy="12700"/>
          </a:xfrm>
          <a:prstGeom prst="rect">
            <a:avLst/>
          </a:prstGeom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72768" y="449884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19072" y="4572000"/>
            <a:ext cx="1389888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86784" y="4306824"/>
            <a:ext cx="585216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31920" y="4251960"/>
            <a:ext cx="5852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3. 设计规范：高度统一，建立</a:t>
            </a:r>
            <a:r>
              <a:rPr sz="1800" b="1">
                <a:solidFill>
                  <a:srgbClr val="DE9B35"/>
                </a:solidFill>
                <a:latin typeface="Microsoft YaHei"/>
              </a:rPr>
              <a:t>专业感</a:t>
            </a:r>
          </a:p>
        </p:txBody>
      </p:sp>
      <p:sp>
        <p:nvSpPr>
          <p:cNvPr id="33" name="Oval 32"/>
          <p:cNvSpPr/>
          <p:nvPr/>
        </p:nvSpPr>
        <p:spPr>
          <a:xfrm>
            <a:off x="3108960" y="4206240"/>
            <a:ext cx="365760" cy="365760"/>
          </a:xfrm>
          <a:prstGeom prst="ellipse">
            <a:avLst/>
          </a:prstGeom>
          <a:noFill/>
          <a:ln w="317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46120" y="4343400"/>
            <a:ext cx="91440" cy="91440"/>
          </a:xfrm>
          <a:prstGeom prst="ellipse">
            <a:avLst/>
          </a:prstGeom>
          <a:noFill/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29000" y="4343400"/>
            <a:ext cx="274320" cy="274320"/>
          </a:xfrm>
          <a:prstGeom prst="ellipse">
            <a:avLst/>
          </a:prstGeom>
          <a:noFill/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08960" y="4663440"/>
            <a:ext cx="640080" cy="137160"/>
          </a:xfrm>
          <a:prstGeom prst="rect">
            <a:avLst/>
          </a:prstGeom>
          <a:noFill/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54680" y="4663440"/>
            <a:ext cx="12700" cy="73152"/>
          </a:xfrm>
          <a:prstGeom prst="rect">
            <a:avLst/>
          </a:prstGeom>
          <a:ln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6120" y="4663440"/>
            <a:ext cx="12700" cy="73152"/>
          </a:xfrm>
          <a:prstGeom prst="rect">
            <a:avLst/>
          </a:prstGeom>
          <a:ln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37560" y="4663440"/>
            <a:ext cx="12700" cy="73152"/>
          </a:xfrm>
          <a:prstGeom prst="rect">
            <a:avLst/>
          </a:prstGeom>
          <a:ln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29000" y="4663440"/>
            <a:ext cx="12700" cy="73152"/>
          </a:xfrm>
          <a:prstGeom prst="rect">
            <a:avLst/>
          </a:prstGeom>
          <a:ln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0440" y="4663440"/>
            <a:ext cx="12700" cy="73152"/>
          </a:xfrm>
          <a:prstGeom prst="rect">
            <a:avLst/>
          </a:prstGeom>
          <a:ln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11880" y="4663440"/>
            <a:ext cx="12700" cy="73152"/>
          </a:xfrm>
          <a:prstGeom prst="rect">
            <a:avLst/>
          </a:prstGeom>
          <a:ln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572768" y="559612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19072" y="5669280"/>
            <a:ext cx="2121408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901184" y="5404104"/>
            <a:ext cx="576072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46320" y="5349240"/>
            <a:ext cx="5760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4. 高手境界：简洁有力的视觉哲学</a:t>
            </a:r>
          </a:p>
        </p:txBody>
      </p:sp>
      <p:sp>
        <p:nvSpPr>
          <p:cNvPr id="47" name="Isosceles Triangle 46"/>
          <p:cNvSpPr/>
          <p:nvPr/>
        </p:nvSpPr>
        <p:spPr>
          <a:xfrm>
            <a:off x="3840480" y="5394960"/>
            <a:ext cx="594360" cy="457200"/>
          </a:xfrm>
          <a:prstGeom prst="triangle">
            <a:avLst/>
          </a:prstGeom>
          <a:noFill/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4041648" y="5394960"/>
            <a:ext cx="192024" cy="137160"/>
          </a:xfrm>
          <a:prstGeom prst="triangle">
            <a:avLst/>
          </a:prstGeom>
          <a:noFill/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4709160" y="5760720"/>
            <a:ext cx="274320" cy="91440"/>
          </a:xfrm>
          <a:prstGeom prst="triangle">
            <a:avLst/>
          </a:prstGeom>
          <a:noFill/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46320" y="5394960"/>
            <a:ext cx="12700" cy="365760"/>
          </a:xfrm>
          <a:prstGeom prst="rect">
            <a:avLst/>
          </a:prstGeom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0" y="5486400"/>
            <a:ext cx="548640" cy="12700"/>
          </a:xfrm>
          <a:prstGeom prst="rect">
            <a:avLst/>
          </a:prstGeom>
          <a:ln w="2540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17720" y="5486400"/>
            <a:ext cx="12700" cy="182880"/>
          </a:xfrm>
          <a:prstGeom prst="rect">
            <a:avLst/>
          </a:prstGeom>
          <a:ln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26280" y="5669280"/>
            <a:ext cx="182880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74920" y="5486400"/>
            <a:ext cx="12700" cy="182880"/>
          </a:xfrm>
          <a:prstGeom prst="rect">
            <a:avLst/>
          </a:prstGeom>
          <a:ln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83480" y="5669280"/>
            <a:ext cx="182880" cy="12700"/>
          </a:xfrm>
          <a:prstGeom prst="rect">
            <a:avLst/>
          </a:prstGeom>
          <a:ln w="19050">
            <a:solidFill>
              <a:srgbClr val="3B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