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B5EB8"/>
                </a:solidFill>
                <a:latin typeface="Microsoft YaHei"/>
              </a:defRPr>
            </a:pPr>
            <a:r>
              <a:t>目录：构建专业PPT的蓝图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04040"/>
                </a:solidFill>
                <a:latin typeface="Microsoft YaHei"/>
              </a:defRPr>
            </a:pPr>
            <a:r>
              <a:t>本次分享的核心框架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0" y="2548889"/>
            <a:ext cx="365760" cy="2286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34490" y="2560320"/>
            <a:ext cx="22860" cy="109728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0" y="3646170"/>
            <a:ext cx="1463040" cy="2286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1770" y="3657600"/>
            <a:ext cx="22860" cy="109728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4743450"/>
            <a:ext cx="1463040" cy="2286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29050" y="4754880"/>
            <a:ext cx="22860" cy="109728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0" y="5840730"/>
            <a:ext cx="1463040" cy="22860"/>
          </a:xfrm>
          <a:prstGeom prst="rect">
            <a:avLst/>
          </a:prstGeom>
          <a:solidFill>
            <a:srgbClr val="4A8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286000"/>
            <a:ext cx="457200" cy="548640"/>
          </a:xfrm>
          <a:prstGeom prst="roundRect">
            <a:avLst/>
          </a:prstGeom>
          <a:noFill/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n 11"/>
          <p:cNvSpPr/>
          <p:nvPr/>
        </p:nvSpPr>
        <p:spPr>
          <a:xfrm>
            <a:off x="2194560" y="3429000"/>
            <a:ext cx="365760" cy="457200"/>
          </a:xfrm>
          <a:prstGeom prst="can">
            <a:avLst/>
          </a:prstGeom>
          <a:noFill/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un 12"/>
          <p:cNvSpPr/>
          <p:nvPr/>
        </p:nvSpPr>
        <p:spPr>
          <a:xfrm>
            <a:off x="3291840" y="4526280"/>
            <a:ext cx="457200" cy="457200"/>
          </a:xfrm>
          <a:prstGeom prst="sun">
            <a:avLst/>
          </a:prstGeom>
          <a:noFill/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>
            <a:off x="4389120" y="5623560"/>
            <a:ext cx="457200" cy="457200"/>
          </a:xfrm>
          <a:prstGeom prst="triangle">
            <a:avLst/>
          </a:prstGeom>
          <a:noFill/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91056" y="250545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591056" y="360273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88336" y="470001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85616" y="5797296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11680" y="2194560"/>
            <a:ext cx="5303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1. 内容法则：一页一事，</a:t>
            </a:r>
            <a:r>
              <a:rPr sz="1600" b="1">
                <a:solidFill>
                  <a:srgbClr val="DF9A2A"/>
                </a:solidFill>
                <a:latin typeface="Microsoft YaHei"/>
              </a:rPr>
              <a:t>结论先行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291840"/>
            <a:ext cx="5303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2. 减法艺术：拒绝文字堆砌，追求</a:t>
            </a:r>
            <a:r>
              <a:rPr sz="1600" b="1">
                <a:solidFill>
                  <a:srgbClr val="DF9A2A"/>
                </a:solidFill>
                <a:latin typeface="Microsoft YaHei"/>
              </a:rPr>
              <a:t>秒懂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4389120"/>
            <a:ext cx="5303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3. 设计规范：高度统一，建立</a:t>
            </a:r>
            <a:r>
              <a:rPr sz="1600" b="1">
                <a:solidFill>
                  <a:srgbClr val="DF9A2A"/>
                </a:solidFill>
                <a:latin typeface="Microsoft YaHei"/>
              </a:rPr>
              <a:t>专业感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5486400"/>
            <a:ext cx="5303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4. 高手境界：简洁有力的视觉哲学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2179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808080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