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B5C"/>
                </a:solidFill>
                <a:latin typeface="Microsoft YaHei"/>
              </a:defRPr>
            </a:pPr>
            <a:r>
              <a:t>简单报表：AI 提效的“甜点区”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B5C"/>
                </a:solidFill>
                <a:latin typeface="Microsoft YaHei"/>
              </a:defRPr>
            </a:pPr>
            <a:r>
              <a:t>案例A - 销售订单报表查询（低复杂度）验证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00C875"/>
                </a:solidFill>
              </a:defRPr>
            </a:pPr>
            <a: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Claude Code</a:t>
            </a:r>
            <a:r>
              <a:rPr sz="1600" b="1">
                <a:solidFill>
                  <a:srgbClr val="000000"/>
                </a:solidFill>
                <a:latin typeface="Microsoft YaHei"/>
              </a:rPr>
              <a:t> （AI 提效点）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C875"/>
                </a:solidFill>
                <a:latin typeface="Microsoft YaHei"/>
              </a:defRPr>
            </a:pPr>
            <a:r>
              <a:t>提效 </a:t>
            </a:r>
            <a:r>
              <a:rPr sz="4000" b="1">
                <a:solidFill>
                  <a:srgbClr val="00C875"/>
                </a:solidFill>
                <a:latin typeface="Microsoft YaHei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74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仅需 2 轮人工干预即可运行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F28C28"/>
                </a:solidFill>
              </a:defRPr>
            </a:pPr>
            <a: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GitHub Copilot</a:t>
            </a:r>
            <a:r>
              <a:rPr sz="1600" b="1">
                <a:solidFill>
                  <a:srgbClr val="000000"/>
                </a:solidFill>
                <a:latin typeface="Microsoft YaHei"/>
              </a:rPr>
              <a:t> （风险点）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688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8C28"/>
                </a:solidFill>
                <a:latin typeface="Microsoft YaHei"/>
              </a:defRPr>
            </a:pPr>
            <a:r>
              <a:t>提效 </a:t>
            </a:r>
            <a:r>
              <a:rPr sz="4000" b="1">
                <a:solidFill>
                  <a:srgbClr val="F28C28"/>
                </a:solidFill>
                <a:latin typeface="Microsoft YaHei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474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因 OpenSQL 字段不兼容导致 1 次运行崩溃（Short Dump）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2011680"/>
            <a:ext cx="12700" cy="2103120"/>
          </a:xfrm>
          <a:prstGeom prst="rect">
            <a:avLst/>
          </a:prstGeom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B5C"/>
                </a:solidFill>
                <a:latin typeface="Microsoft YaHei"/>
              </a:defRPr>
            </a:pPr>
            <a:r>
              <a:t>共性问题与性能隐患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0000"/>
                </a:solidFill>
                <a:latin typeface="Microsoft YaHei"/>
              </a:defRPr>
            </a:pPr>
            <a:r>
              <a:t>共性问题：</a:t>
            </a:r>
            <a:r>
              <a:rPr b="0" sz="1600">
                <a:solidFill>
                  <a:srgbClr val="000000"/>
                </a:solidFill>
                <a:latin typeface="Microsoft YaHei"/>
              </a:rPr>
              <a:t>初始生成均不可直接编译，AI 难以准确处理地址实例化及过账状态逻辑。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0000"/>
                </a:solidFill>
                <a:latin typeface="Microsoft YaHei"/>
              </a:defRPr>
            </a:pPr>
            <a:r>
              <a:t>性能隐患：</a:t>
            </a:r>
            <a:r>
              <a:rPr b="0" sz="1600">
                <a:solidFill>
                  <a:srgbClr val="000000"/>
                </a:solidFill>
                <a:latin typeface="Microsoft YaHei"/>
              </a:rPr>
              <a:t>AI 生成的 SQL 逻辑存在冗余查询和未去重问题，大数据量下性能堪忧。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